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modSld">
      <pc:chgData name="antoyefruizg04@gmail.com" userId="ca9b7addc9fe5d07" providerId="LiveId" clId="{FFEFFAFB-E068-45B8-863C-9A8B43FEC7A9}" dt="2026-04-08T00:06:38.618" v="30" actId="20577"/>
      <pc:docMkLst>
        <pc:docMk/>
      </pc:docMkLst>
      <pc:sldChg chg="modSp mod">
        <pc:chgData name="antoyefruizg04@gmail.com" userId="ca9b7addc9fe5d07" providerId="LiveId" clId="{FFEFFAFB-E068-45B8-863C-9A8B43FEC7A9}" dt="2026-04-08T00:06:38.618" v="30" actId="20577"/>
        <pc:sldMkLst>
          <pc:docMk/>
          <pc:sldMk cId="0" sldId="262"/>
        </pc:sldMkLst>
        <pc:spChg chg="mod">
          <ac:chgData name="antoyefruizg04@gmail.com" userId="ca9b7addc9fe5d07" providerId="LiveId" clId="{FFEFFAFB-E068-45B8-863C-9A8B43FEC7A9}" dt="2026-04-08T00:06:38.618" v="30" actId="20577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81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256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DÉCIMO AÑO  ·  DISEÑO DE SOFTWARE  ·  UNIDAD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92608" y="333756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desarrollo de software en fases iterativas e incrementales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98755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98755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81051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8105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Elaboración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263347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63347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Construcción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345643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45643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Transición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Proceso Unificado?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61872"/>
            <a:ext cx="5029200" cy="1115568"/>
          </a:xfrm>
          <a:prstGeom prst="rect">
            <a:avLst/>
          </a:prstGeom>
          <a:solidFill>
            <a:srgbClr val="1C2B4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07592"/>
            <a:ext cx="47000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marco de trabajo que organiza el desarrollo de software en fases iterativas e incrementales, usando componentes reutilizables."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50992" y="1261872"/>
            <a:ext cx="310896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16736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sabés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591056"/>
            <a:ext cx="2889504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645920"/>
            <a:ext cx="2889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→ construir por partes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→ ciclos cortos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Unificado combina ambos con más estructura.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por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lo que el usuario necesita hacer.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440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Centrado en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del sistema se define primero.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4476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8192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y mejora en ciclos cortos.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GENERAL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fases del Proceso Unificado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fase se hacen las mismas actividades, pero con distinta intensidad. Todas pueden repetirse en ciclos internos.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82496"/>
            <a:ext cx="2029968" cy="3063240"/>
          </a:xfrm>
          <a:prstGeom prst="rect">
            <a:avLst/>
          </a:prstGeom>
          <a:solidFill>
            <a:srgbClr val="1C2B4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32888" y="1682496"/>
            <a:ext cx="2029968" cy="3063240"/>
          </a:xfrm>
          <a:prstGeom prst="rect">
            <a:avLst/>
          </a:prstGeom>
          <a:solidFill>
            <a:srgbClr val="2D5F8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3288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71576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haremos?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1682496"/>
            <a:ext cx="2029968" cy="3063240"/>
          </a:xfrm>
          <a:prstGeom prst="rect">
            <a:avLst/>
          </a:prstGeom>
          <a:solidFill>
            <a:srgbClr val="3A6E9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8172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86460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8172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construir!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30568" y="1682496"/>
            <a:ext cx="2029968" cy="3063240"/>
          </a:xfrm>
          <a:prstGeom prst="rect">
            <a:avLst/>
          </a:prstGeom>
          <a:solidFill>
            <a:srgbClr val="4A556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056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3056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01344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entregar!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1401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2" name="Text 30"/>
          <p:cNvSpPr/>
          <p:nvPr/>
        </p:nvSpPr>
        <p:spPr>
          <a:xfrm>
            <a:off x="240487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6285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1169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6" name="Text 34"/>
          <p:cNvSpPr/>
          <p:nvPr/>
        </p:nvSpPr>
        <p:spPr>
          <a:xfrm>
            <a:off x="670255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" y="4800600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Iteración = un ciclo corto de trabajo que produce algo funcional. Cada fase puede contener varias iteraciones antes de avanzar a la siguiente.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EN DETALLE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01: Inicio  ·  Fase 02: Elaboración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206240" cy="49377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Inicio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construir este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el cliente · Identificar casos de uso · Estimar costo y tiempo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· Lista inicial de requisitos · Decisión: ¿seguimos?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91456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243584"/>
            <a:ext cx="4206240" cy="49377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Elaboración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estará construido el sistema?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arquitectura base · Detallar casos de uso · Gestionar riesgos técnicos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arquitectura · Plan de construcción · Riesgos identificados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EN DETALLE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03: Construcción  ·  Fase 04: Transición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206240" cy="493776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Construcción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implementamos todo el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código · Integrar componentes · Pruebas en cada iteración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funcional (versión beta) · Código documentado · Resultados de pruebas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91456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243584"/>
            <a:ext cx="4206240" cy="4937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Transición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sistema está listo para el usuario?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usuarios · Corregir errores finales · Desplegar en producción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producción · Manual de usuario · Aceptación formal del cliente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  ·  DISCIPLINAS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hace en cada fase?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disciplina es un conjunto de actividades relacionadas (por ejemplo, todo lo que tiene que ver con diseño, o con pruebas). Las 5 disciplinas se trabajan en todas las fases, pero con diferente intensidad. Las barras muestran el porcentaje de esfuerzo aproximado en cada fase.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31536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95744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29968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2996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029968"/>
            <a:ext cx="1088136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67328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2029968"/>
            <a:ext cx="46634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2029968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5431536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95744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2029968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4" name="Text 22"/>
          <p:cNvSpPr/>
          <p:nvPr/>
        </p:nvSpPr>
        <p:spPr>
          <a:xfrm>
            <a:off x="7095744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2551176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55117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2551176"/>
            <a:ext cx="777240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67328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67328" y="2551176"/>
            <a:ext cx="1088136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3767328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31536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2551176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5" name="Text 33"/>
          <p:cNvSpPr/>
          <p:nvPr/>
        </p:nvSpPr>
        <p:spPr>
          <a:xfrm>
            <a:off x="5431536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95744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5744" y="2551176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7095744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" y="3072384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30723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03120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3072384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43" name="Text 41"/>
          <p:cNvSpPr/>
          <p:nvPr/>
        </p:nvSpPr>
        <p:spPr>
          <a:xfrm>
            <a:off x="2103120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67328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67328" y="3072384"/>
            <a:ext cx="932688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31536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31536" y="3072384"/>
            <a:ext cx="621792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49" name="Text 47"/>
          <p:cNvSpPr/>
          <p:nvPr/>
        </p:nvSpPr>
        <p:spPr>
          <a:xfrm>
            <a:off x="5431536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95744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95744" y="3072384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52" name="Text 50"/>
          <p:cNvSpPr/>
          <p:nvPr/>
        </p:nvSpPr>
        <p:spPr>
          <a:xfrm>
            <a:off x="7095744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" y="3593592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4" name="Text 52"/>
          <p:cNvSpPr/>
          <p:nvPr/>
        </p:nvSpPr>
        <p:spPr>
          <a:xfrm>
            <a:off x="384048" y="3593592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103120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0" y="3593592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57" name="Text 55"/>
          <p:cNvSpPr/>
          <p:nvPr/>
        </p:nvSpPr>
        <p:spPr>
          <a:xfrm>
            <a:off x="2103120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67328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67328" y="3593592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60" name="Text 58"/>
          <p:cNvSpPr/>
          <p:nvPr/>
        </p:nvSpPr>
        <p:spPr>
          <a:xfrm>
            <a:off x="3767328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31536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31536" y="3593592"/>
            <a:ext cx="124358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3" name="Text 61"/>
          <p:cNvSpPr/>
          <p:nvPr/>
        </p:nvSpPr>
        <p:spPr>
          <a:xfrm>
            <a:off x="5431536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95744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95744" y="3593592"/>
            <a:ext cx="46634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66" name="Text 64"/>
          <p:cNvSpPr/>
          <p:nvPr/>
        </p:nvSpPr>
        <p:spPr>
          <a:xfrm>
            <a:off x="7095744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4048" y="4114800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" y="411480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03120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03120" y="4114800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1" name="Text 69"/>
          <p:cNvSpPr/>
          <p:nvPr/>
        </p:nvSpPr>
        <p:spPr>
          <a:xfrm>
            <a:off x="2103120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767328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67328" y="4114800"/>
            <a:ext cx="388620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4" name="Text 72"/>
          <p:cNvSpPr/>
          <p:nvPr/>
        </p:nvSpPr>
        <p:spPr>
          <a:xfrm>
            <a:off x="3767328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431536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31536" y="4114800"/>
            <a:ext cx="1010412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77" name="Text 75"/>
          <p:cNvSpPr/>
          <p:nvPr/>
        </p:nvSpPr>
        <p:spPr>
          <a:xfrm>
            <a:off x="5431536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095744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95744" y="4114800"/>
            <a:ext cx="1399032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0" name="Text 78"/>
          <p:cNvSpPr/>
          <p:nvPr/>
        </p:nvSpPr>
        <p:spPr>
          <a:xfrm>
            <a:off x="7095744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 ·  CONEXIÓN CON LO APRENDIDO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900" b="1" dirty="0" err="1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Unificado</a:t>
            </a: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vs. modelos que ya conocés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61872"/>
            <a:ext cx="1920240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6187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67712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13248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6016" y="1261872"/>
            <a:ext cx="1810512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26187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Unificado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828800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8288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7712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(una vez)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secuenciales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cortos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86016" y="1828800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82880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+ iteraciones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395728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39572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67712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5344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13248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86016" y="2395728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39572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2962656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962656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67712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2576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extensa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13248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68112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2962656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96265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" y="3529584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529584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del cliente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67712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22576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al inicio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0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95344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13248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68112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86016" y="3529584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352958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fase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" y="4096512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09651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67712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22576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fijos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840480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95344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claros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13248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68112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frecuentes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86016" y="4096512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0" y="409651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medianos o grandes con varios equipos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7" name="Shape 65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 ·  SISTEMA EDUS — CCSS (CAJA COSTARRICENSE DE SEGURO SOCIAL)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Unificado en la práctica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Digital Único de Salud (EDUS) de la Caja Costarricense de Seguro Social (CCSS) es uno de los sistemas de software más grandes de Costa Rica. Sus 4 fases del Proceso Unificado: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737360"/>
            <a:ext cx="1572768" cy="56692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1737360"/>
            <a:ext cx="6729984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73736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identificó el problema: expedientes en papel se perdían o tardaban en encontrarse. Se estimó el proyecto y se decidió la inversión.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468880"/>
            <a:ext cx="1572768" cy="566928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46888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Elaboración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9968" y="2468880"/>
            <a:ext cx="6729984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246888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diseñó la arquitectura: base de datos de pacientes, módulo de citas, medicamentos. Se evaluaron los riesgos de seguridad de datos.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00400"/>
            <a:ext cx="1572768" cy="566928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20040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Construcción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29968" y="3200400"/>
            <a:ext cx="6729984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320040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programó por módulos en iteraciones: primero citas, luego expedientes, luego medicamentos. Cada uno fue probado antes de integrarse.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931920"/>
            <a:ext cx="1572768" cy="5669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93192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Transición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3931920"/>
            <a:ext cx="6729984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393192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capacitó al personal médico de toda la Caja Costarricense de Seguro Social (CCSS). Se corrigieron errores en uso real. Hoy más de 9 millones de costarricenses tienen expediente digital.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usar el Proceso Unificado?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114800" cy="349300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114800" cy="49377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conviene cuando...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80390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mediano o grande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pueden cambiar con el tiempo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 varios tipos de usuarios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documentación clara y estructurada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tiene varios desarrolladores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y calidad son prioritarias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43584"/>
            <a:ext cx="4114800" cy="349300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43584"/>
            <a:ext cx="4114800" cy="493776"/>
          </a:xfrm>
          <a:prstGeom prst="rect">
            <a:avLst/>
          </a:prstGeom>
          <a:solidFill>
            <a:srgbClr val="6B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26187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conviene cuando...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828800"/>
            <a:ext cx="380390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pequeño o personal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son completamente fijos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es de una sola persona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de entrega es muy corto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presupuesto para documentación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131E3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4937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133856"/>
            <a:ext cx="8558784" cy="4572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298448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298448"/>
            <a:ext cx="640080" cy="144475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298448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32688" y="1463040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1481328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Unificado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2416" y="1865376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1938528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que organiza el desarrollo de software en 4 fases iterativas e incrementales.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1298448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298448"/>
            <a:ext cx="640080" cy="1444752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98448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76672" y="1463040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481328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fases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0" y="1865376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938528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→ Elaboración → Construcción → Transición, cada una con entregables claros.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2889504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889504"/>
            <a:ext cx="640080" cy="1444752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89504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" y="3054096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307238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42416" y="3456432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7" name="Text 25"/>
          <p:cNvSpPr/>
          <p:nvPr/>
        </p:nvSpPr>
        <p:spPr>
          <a:xfrm>
            <a:off x="1042416" y="3529584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disciplinas (Requisitos, Análisis, Diseño, Implementación, Pruebas) que se trabajan en paralelo con distinta intensidad en cada fase.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2889504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889504"/>
            <a:ext cx="640080" cy="144475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2889504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376672" y="3054096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07238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0" y="3456432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529584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medianos o grandes, con varios usuarios, cambios esperados y documentación.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" y="46908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1009</Words>
  <Application>Microsoft Office PowerPoint</Application>
  <PresentationFormat>Presentación en pantalla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1</cp:revision>
  <dcterms:created xsi:type="dcterms:W3CDTF">2026-04-07T22:23:59Z</dcterms:created>
  <dcterms:modified xsi:type="dcterms:W3CDTF">2026-04-08T00:08:53Z</dcterms:modified>
</cp:coreProperties>
</file>