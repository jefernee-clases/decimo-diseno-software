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369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F4A623">
              <a:alpha val="12000"/>
            </a:srgbClr>
          </a:solidFill>
          <a:ln w="12700">
            <a:solidFill>
              <a:srgbClr val="F4A62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F4A623">
              <a:alpha val="10000"/>
            </a:srgbClr>
          </a:solidFill>
          <a:ln w="12700">
            <a:solidFill>
              <a:srgbClr val="F4A623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4A623"/>
                </a:solidFill>
              </a:rPr>
              <a:t>DESARROLLO BASADO EN COMPONENTES  ·  DUODÉCIMO AÑO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73152" cy="137160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8046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4A623"/>
                </a:solidFill>
              </a:rPr>
              <a:t>PRÁCTICA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Diseña un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Componente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EF3C7"/>
                </a:solidFill>
              </a:rPr>
              <a:t>Interfaz, entradas, salidas y revisión de pares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256032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605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⏱ 40 minutos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4160520"/>
            <a:ext cx="256032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41605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👥 Individual + Par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4160520"/>
            <a:ext cx="256032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41605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📝 Hoja o cuaderno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54864"/>
            <a:ext cx="384048" cy="384048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</a:rPr>
              <a:t>PASO A: Elige el componente que vas a diseñar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62179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3C"/>
                </a:solidFill>
              </a:rPr>
              <a:t>Escoge UNO de estos componentes (o propón uno propio con aprobación del docente):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4160520" cy="1536192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43000"/>
            <a:ext cx="416052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2588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2801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🔐  Login / Autenticación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764792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Verifica la identidad de un usuario. Recibe credenciales y devuelve si tiene acceso o no.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27448" y="1143000"/>
            <a:ext cx="4160520" cy="1536192"/>
          </a:xfrm>
          <a:prstGeom prst="rect">
            <a:avLst/>
          </a:prstGeom>
          <a:solidFill>
            <a:srgbClr val="EDE9FE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143000"/>
            <a:ext cx="416052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64608" y="132588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0368" y="12801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</a:rPr>
              <a:t>🛒  Carrito de Compras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10328" y="1764792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Gestiona los productos que el usuario quiere comprar. Calcula totales y aplica descuentos.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834640"/>
            <a:ext cx="4160520" cy="1536192"/>
          </a:xfrm>
          <a:prstGeom prst="rect">
            <a:avLst/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34640"/>
            <a:ext cx="416052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0175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9718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🔔  Notificaciones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3456432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Envía mensajes automáticos (correo, SMS, push). Se activa cuando ocurre un evento en el sistema.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27448" y="2834640"/>
            <a:ext cx="4160520" cy="1536192"/>
          </a:xfrm>
          <a:prstGeom prst="rect">
            <a:avLst/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27448" y="2834640"/>
            <a:ext cx="41605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64608" y="30175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0368" y="29718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📊  Generación de Reportes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10328" y="3456432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Consulta datos del sistema y genera resúmenes o informes en distintos formatos.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2400E"/>
                </a:solidFill>
              </a:rPr>
              <a:t>✏️  Escribe aquí tu elección: Voy a diseñar el componente de  ___________________________________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54864"/>
            <a:ext cx="384048" cy="384048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</a:rPr>
              <a:t>PASO B: Documenta tu componente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3C"/>
                </a:solidFill>
              </a:rPr>
              <a:t>Completa esta ficha de diseño para tu componente: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05840"/>
            <a:ext cx="2331720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05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400E"/>
                </a:solidFill>
              </a:rPr>
              <a:t>📛  Nombre del componente: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97480" y="1298448"/>
            <a:ext cx="5943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20040" y="1600200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00200"/>
            <a:ext cx="2331720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600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400E"/>
                </a:solidFill>
              </a:rPr>
              <a:t>🏷️  Tipo: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51760" y="1920240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BBCC"/>
                </a:solidFill>
              </a:rPr>
              <a:t>(¿es de interfaz, negocio, datos o servicio?)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97480" y="1892808"/>
            <a:ext cx="5943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20040" y="219456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194560"/>
            <a:ext cx="2331720" cy="804672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19456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400E"/>
                </a:solidFill>
              </a:rPr>
              <a:t>📋  ¿Qué hace? (2 oraciones máximo):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97480" y="2487168"/>
            <a:ext cx="5943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697480" y="2834640"/>
            <a:ext cx="5943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20040" y="3044952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044952"/>
            <a:ext cx="2331720" cy="804672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044952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400E"/>
                </a:solidFill>
              </a:rPr>
              <a:t>📥  Entradas: ¿qué información recibe?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97480" y="3337560"/>
            <a:ext cx="5943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2697480" y="3685032"/>
            <a:ext cx="5943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320040" y="3895344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895344"/>
            <a:ext cx="2331720" cy="804672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895344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400E"/>
                </a:solidFill>
              </a:rPr>
              <a:t>📤  Salidas: ¿qué devuelve o produce?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697480" y="4187952"/>
            <a:ext cx="5943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2697480" y="4535424"/>
            <a:ext cx="5943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54864"/>
            <a:ext cx="384048" cy="384048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</a:rPr>
              <a:t>PASO B (continuación): Define las funciones de la interfaz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Escribe al menos 3 funciones que alguien podría llamar para usar tu componente. Recuerda: solo defines el QUÉ, no el CÓMO.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3474720" cy="3547872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07008"/>
            <a:ext cx="347472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070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📘  Ejemplo: Componente Login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7647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🔹 iniciarSesion(usuario, clave)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0848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Devuelve: true/false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4963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🔹 cerrarSesion(idUsuario)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28163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Devuelve: confirmación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2278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🔹 verificarSesionActiva(id)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" y="35478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Devuelve: true/false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9593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🔹 cambiarClave(id, claveNueva)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" y="4279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Devuelve: éxito/error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69080" y="1207008"/>
            <a:ext cx="4754880" cy="3547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069080" y="1207008"/>
            <a:ext cx="4754880" cy="41148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60520" y="12070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</a:rPr>
              <a:t>✏️  Tu componente: ___________________________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87952" y="1719072"/>
            <a:ext cx="4526280" cy="658368"/>
          </a:xfrm>
          <a:prstGeom prst="rect">
            <a:avLst/>
          </a:prstGeom>
          <a:solidFill>
            <a:srgbClr val="F2F6F9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Función 1: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138928" y="1874520"/>
            <a:ext cx="3429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251960" y="2057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Devuelve: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38928" y="2176272"/>
            <a:ext cx="3429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4187952" y="2468880"/>
            <a:ext cx="4526280" cy="658368"/>
          </a:xfrm>
          <a:prstGeom prst="rect">
            <a:avLst/>
          </a:prstGeom>
          <a:solidFill>
            <a:srgbClr val="F2F6F9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Función 2: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138928" y="2624328"/>
            <a:ext cx="3429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4251960" y="28072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Devuelve: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138928" y="2926080"/>
            <a:ext cx="3429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187952" y="3218688"/>
            <a:ext cx="4526280" cy="658368"/>
          </a:xfrm>
          <a:prstGeom prst="rect">
            <a:avLst/>
          </a:prstGeom>
          <a:solidFill>
            <a:srgbClr val="F2F6F9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3236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Función 3: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138928" y="3374136"/>
            <a:ext cx="3429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4251960" y="35570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Devuelve: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138928" y="3675888"/>
            <a:ext cx="3429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4187952" y="3968496"/>
            <a:ext cx="4526280" cy="658368"/>
          </a:xfrm>
          <a:prstGeom prst="rect">
            <a:avLst/>
          </a:prstGeom>
          <a:solidFill>
            <a:srgbClr val="F2F6F9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51960" y="3986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Función 4: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138928" y="4123944"/>
            <a:ext cx="3429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4251960" y="43068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Devuelve: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138928" y="4425696"/>
            <a:ext cx="3429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320040" y="4864608"/>
            <a:ext cx="8503920" cy="1828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2400E"/>
                </a:solidFill>
              </a:rPr>
              <a:t>💡  Nombra las funciones con verbos claros: crear, obtener, verificar, enviar, calcular, eliminar...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54864"/>
            <a:ext cx="384048" cy="384048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</a:rPr>
              <a:t>PASO C: Revisión de pares — Intercambia tu diseño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621792"/>
            <a:ext cx="8503920" cy="548640"/>
          </a:xfrm>
          <a:prstGeom prst="rect">
            <a:avLst/>
          </a:prstGeom>
          <a:solidFill>
            <a:srgbClr val="0D2847"/>
          </a:solidFill>
          <a:ln w="12700">
            <a:solidFill>
              <a:srgbClr val="0D28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CEFED"/>
                </a:solidFill>
              </a:rPr>
              <a:t>Pásale tu hoja a un compañero. Él o ella intentará 'usar' tu componente leyendo solo la interfaz que diseñaste. Tú harás lo mismo con su diseño.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2984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A6"/>
                </a:solidFill>
              </a:rPr>
              <a:t>Lista de verificación para el revisor: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719072"/>
            <a:ext cx="4160520" cy="804672"/>
          </a:xfrm>
          <a:prstGeom prst="rect">
            <a:avLst/>
          </a:prstGeom>
          <a:solidFill>
            <a:srgbClr val="0D2847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solidFill>
            <a:srgbClr val="0F1F3D"/>
          </a:solidFill>
          <a:ln w="19050">
            <a:solidFill>
              <a:srgbClr val="00B4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A6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" y="1810512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AF0"/>
                </a:solidFill>
              </a:rPr>
              <a:t>¿Queda claro qué hace este componente con solo leer la interfaz?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27448" y="1719072"/>
            <a:ext cx="4160520" cy="804672"/>
          </a:xfrm>
          <a:prstGeom prst="rect">
            <a:avLst/>
          </a:prstGeom>
          <a:solidFill>
            <a:srgbClr val="0D2847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64608" y="1920240"/>
            <a:ext cx="320040" cy="320040"/>
          </a:xfrm>
          <a:prstGeom prst="rect">
            <a:avLst/>
          </a:prstGeom>
          <a:solidFill>
            <a:srgbClr val="0F1F3D"/>
          </a:solidFill>
          <a:ln w="19050">
            <a:solidFill>
              <a:srgbClr val="00B4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A6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94376" y="1810512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AF0"/>
                </a:solidFill>
              </a:rPr>
              <a:t>¿Las funciones tienen nombres que describen bien lo que hacen?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679192"/>
            <a:ext cx="4160520" cy="804672"/>
          </a:xfrm>
          <a:prstGeom prst="rect">
            <a:avLst/>
          </a:prstGeom>
          <a:solidFill>
            <a:srgbClr val="0D284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80360"/>
            <a:ext cx="320040" cy="320040"/>
          </a:xfrm>
          <a:prstGeom prst="rect">
            <a:avLst/>
          </a:prstGeom>
          <a:solidFill>
            <a:srgbClr val="0F1F3D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6968" y="2770632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AF0"/>
                </a:solidFill>
              </a:rPr>
              <a:t>¿Falta alguna función que sería útil tener?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27448" y="2679192"/>
            <a:ext cx="4160520" cy="804672"/>
          </a:xfrm>
          <a:prstGeom prst="rect">
            <a:avLst/>
          </a:prstGeom>
          <a:solidFill>
            <a:srgbClr val="0D284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64608" y="2880360"/>
            <a:ext cx="320040" cy="320040"/>
          </a:xfrm>
          <a:prstGeom prst="rect">
            <a:avLst/>
          </a:prstGeom>
          <a:solidFill>
            <a:srgbClr val="0F1F3D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94376" y="2770632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AF0"/>
                </a:solidFill>
              </a:rPr>
              <a:t>¿Hay funciones que parecen revelar el funcionamiento interno?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639312"/>
            <a:ext cx="4160520" cy="804672"/>
          </a:xfrm>
          <a:prstGeom prst="rect">
            <a:avLst/>
          </a:prstGeom>
          <a:solidFill>
            <a:srgbClr val="0D2847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840480"/>
            <a:ext cx="320040" cy="320040"/>
          </a:xfrm>
          <a:prstGeom prst="rect">
            <a:avLst/>
          </a:prstGeom>
          <a:solidFill>
            <a:srgbClr val="0F1F3D"/>
          </a:solidFill>
          <a:ln w="19050">
            <a:solidFill>
              <a:srgbClr val="00B4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A6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6968" y="3730752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AF0"/>
                </a:solidFill>
              </a:rPr>
              <a:t>¿Las entradas y salidas de cada función están bien definidas?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27448" y="3639312"/>
            <a:ext cx="4160520" cy="804672"/>
          </a:xfrm>
          <a:prstGeom prst="rect">
            <a:avLst/>
          </a:prstGeom>
          <a:solidFill>
            <a:srgbClr val="0D284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64608" y="3840480"/>
            <a:ext cx="320040" cy="320040"/>
          </a:xfrm>
          <a:prstGeom prst="rect">
            <a:avLst/>
          </a:prstGeom>
          <a:solidFill>
            <a:srgbClr val="0F1F3D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94376" y="3730752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AF0"/>
                </a:solidFill>
              </a:rPr>
              <a:t>¿El componente hace demasiadas cosas distintas? (¿debería dividirse?)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468</Words>
  <Application>Microsoft Office PowerPoint</Application>
  <PresentationFormat>Presentación en pantalla (16:9)</PresentationFormat>
  <Paragraphs>72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antoyefruizg04@gmail.com</cp:lastModifiedBy>
  <cp:revision>2</cp:revision>
  <dcterms:created xsi:type="dcterms:W3CDTF">2026-03-24T22:13:27Z</dcterms:created>
  <dcterms:modified xsi:type="dcterms:W3CDTF">2026-03-24T22:22:51Z</dcterms:modified>
</cp:coreProperties>
</file>