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modSld">
      <pc:chgData name="antoyefruizg04@gmail.com" userId="ca9b7addc9fe5d07" providerId="LiveId" clId="{FFEFFAFB-E068-45B8-863C-9A8B43FEC7A9}" dt="2026-03-24T22:26:01.150" v="0" actId="20577"/>
      <pc:docMkLst>
        <pc:docMk/>
      </pc:docMkLst>
      <pc:sldChg chg="modSp mod">
        <pc:chgData name="antoyefruizg04@gmail.com" userId="ca9b7addc9fe5d07" providerId="LiveId" clId="{FFEFFAFB-E068-45B8-863C-9A8B43FEC7A9}" dt="2026-03-24T22:26:01.150" v="0" actId="20577"/>
        <pc:sldMkLst>
          <pc:docMk/>
          <pc:sldMk cId="0" sldId="259"/>
        </pc:sldMkLst>
        <pc:spChg chg="mod">
          <ac:chgData name="antoyefruizg04@gmail.com" userId="ca9b7addc9fe5d07" providerId="LiveId" clId="{FFEFFAFB-E068-45B8-863C-9A8B43FEC7A9}" dt="2026-03-24T22:26:01.150" v="0" actId="20577"/>
          <ac:spMkLst>
            <pc:docMk/>
            <pc:sldMk cId="0" sldId="259"/>
            <ac:spMk id="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80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5B21B6">
              <a:alpha val="12000"/>
            </a:srgbClr>
          </a:solidFill>
          <a:ln w="12700">
            <a:solidFill>
              <a:srgbClr val="5B21B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5B21B6">
              <a:alpha val="10000"/>
            </a:srgbClr>
          </a:solidFill>
          <a:ln w="12700">
            <a:solidFill>
              <a:srgbClr val="5B21B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78BFA"/>
                </a:solidFill>
              </a:rPr>
              <a:t>DESARROLLO BASADO EN COMPONENTES  ·  DUODÉCIMO AÑO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78BFA"/>
                </a:solidFill>
              </a:rPr>
              <a:t>PRÁCTICA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Analiza 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Compara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B5FD"/>
                </a:solidFill>
              </a:rPr>
              <a:t>DBC vs Desarrollo Tradicional · Casos del mundo real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PARTE 1: Clasifica estos escenarios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B3C"/>
                </a:solidFill>
              </a:rPr>
              <a:t>Lee cada situación y decide: ¿es un problema de desarrollo tradicional o una ventaja de DBC? Justifica tu respuesta.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365760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Un equipo de 3 desarrolladores modifica el mismo archivo de código. Cada vez que uno guarda sus cambios, borra los cambios de los otros.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3584448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¿Es problema Tradicional o ventaja DBC?  _______________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0392" y="23865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Justificación:  _____________________________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7448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051560"/>
            <a:ext cx="365760" cy="17190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4648" y="114300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Una empresa usa el mismo componente de 'Envío de Correos' en su sistema de ventas, en su sistema de soporte y en su sistema de RRHH.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84648" y="2057400"/>
            <a:ext cx="3584448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¿Es problema Tradicional o ventaja DBC?  _______________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23865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Justificación:  _____________________________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365760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01752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Se encontró un bug en el cálculo de impuestos. Para corregirlo hay que buscar y modificar 12 archivos distintos porque el mismo código se copió en múltiples lugares.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931920"/>
            <a:ext cx="3584448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77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¿Es problema Tradicional o ventaja DBC?  _______________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0392" y="42611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Justificación:  _____________________________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9260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2926080"/>
            <a:ext cx="365760" cy="17190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84648" y="3017520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El equipo de backend termina el componente de autenticación primero. El equipo de frontend puede comenzar a integrarlo mientras el equipo de base de datos sigue trabajando.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84648" y="3931920"/>
            <a:ext cx="3584448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977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¿Es problema Tradicional o ventaja DBC?  _______________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7800" y="42611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Justificación:  _____________________________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21B6"/>
                </a:solidFill>
              </a:rPr>
              <a:t>💡  Las respuestas están en los slides de clase — revisa la tabla comparativa DBC vs Tradicional.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PARTE 2: Analiza un sistema real con DBC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868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6583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Situación: Una app de delivery de comida (como Uber Eats) se construye con DBC.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789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FED"/>
                </a:solidFill>
              </a:rPr>
              <a:t>Un equipo de 10 desarrolladores trabaja en paralelo. Cada subequipo trabaja en un componente diferente al mismo tiempo.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27632"/>
            <a:ext cx="548640" cy="10241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27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</a:rPr>
              <a:t>¿Cuáles son los 4 componentes más importantes de esta app de delivery?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Piensa: ¿qué acciones principales hace el usuario? ¿Qué necesita el repartidor?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" y="2496312"/>
            <a:ext cx="7726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60120" y="246888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R: ______________________________________________________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8503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548640" cy="10241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43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8163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</a:rPr>
              <a:t>El componente de 'Pago' tiene un bug: cobra el doble en algunas tarjetas. ¿Cómo se arregla en DBC? ¿Qué ventaja tiene vs el desarrollo tradicional?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Recuerda: en DBC el componente es independiente.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" y="3611880"/>
            <a:ext cx="7726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60120" y="3584448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R: ______________________________________________________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8503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58768"/>
            <a:ext cx="548640" cy="10241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58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9319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</a:rPr>
              <a:t>La empresa quiere lanzar también una app de delivery de supermercados. ¿Qué componentes podría reutilizar? ¿Por qué?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4407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La reutilización es una de las ventajas clave del DBC.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" y="4727448"/>
            <a:ext cx="77266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60120" y="4700016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CCDD8"/>
                </a:solidFill>
              </a:rPr>
              <a:t>R: ______________________________________________________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PARTE 3: Preguntas de reflexión — Discusión en parejas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457200"/>
          </a:xfrm>
          <a:prstGeom prst="rect">
            <a:avLst/>
          </a:prstGeom>
          <a:solidFill>
            <a:srgbClr val="0D2847"/>
          </a:solidFill>
          <a:ln w="12700">
            <a:solidFill>
              <a:srgbClr val="0D2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4B5FD"/>
                </a:solidFill>
              </a:rPr>
              <a:t>Discute con tu compañero y anota sus conclusiones. No hay una sola respuesta correcta — lo importante es argumentar bien.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4160520" cy="1627632"/>
          </a:xfrm>
          <a:prstGeom prst="rect">
            <a:avLst/>
          </a:prstGeom>
          <a:solidFill>
            <a:srgbClr val="0D28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07008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3.1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13167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¿Podrías construir un sistema grande y complejo sin DBC? ¿Qué problemas encontrarías?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</a:rPr>
              <a:t>💡 Piensa en el tamaño del código, el trabajo en equipo y el mantenimiento.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3858768" cy="0"/>
          </a:xfrm>
          <a:prstGeom prst="line">
            <a:avLst/>
          </a:prstGeom>
          <a:noFill/>
          <a:ln w="6350">
            <a:solidFill>
              <a:srgbClr val="3D1A7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Nuestra respuesta: ________________________________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7448" y="1207008"/>
            <a:ext cx="4160520" cy="1627632"/>
          </a:xfrm>
          <a:prstGeom prst="rect">
            <a:avLst/>
          </a:prstGeom>
          <a:solidFill>
            <a:srgbClr val="0D28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1207008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1371600"/>
            <a:ext cx="384048" cy="38404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3.2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13167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¿Hay alguna desventaja de usar DBC? ¿Se te ocurre algún caso donde no convenga?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0328" y="195681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</a:rPr>
              <a:t>💡 Reflexiona sobre sistemas muy pequeños o simples.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0328" y="2468880"/>
            <a:ext cx="3858768" cy="0"/>
          </a:xfrm>
          <a:prstGeom prst="line">
            <a:avLst/>
          </a:prstGeom>
          <a:noFill/>
          <a:ln w="6350">
            <a:solidFill>
              <a:srgbClr val="3D1A7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910328" y="248716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Nuestra respuesta: ________________________________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90088"/>
            <a:ext cx="4160520" cy="1627632"/>
          </a:xfrm>
          <a:prstGeom prst="rect">
            <a:avLst/>
          </a:prstGeom>
          <a:solidFill>
            <a:srgbClr val="0D28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990088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3.3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" y="3099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¿Qué diferencia hay entre un componente y una función de código normal?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373989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</a:rPr>
              <a:t>💡 Piensa en el tamaño, la independencia y la interfaz de cada uno.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251960"/>
            <a:ext cx="3858768" cy="0"/>
          </a:xfrm>
          <a:prstGeom prst="line">
            <a:avLst/>
          </a:prstGeom>
          <a:noFill/>
          <a:ln w="6350">
            <a:solidFill>
              <a:srgbClr val="3D1A7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02920" y="42702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Nuestra respuesta: ________________________________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27448" y="2990088"/>
            <a:ext cx="4160520" cy="1627632"/>
          </a:xfrm>
          <a:prstGeom prst="rect">
            <a:avLst/>
          </a:prstGeom>
          <a:solidFill>
            <a:srgbClr val="0D28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2990088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154680"/>
            <a:ext cx="384048" cy="38404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3.4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099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Si fueras a escribir en tu CV que dominas DBC, ¿qué sabría hacer bien alguien con esa habilidad?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10328" y="373989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</a:rPr>
              <a:t>💡 Conecta los conceptos aprendidos con habilidades concretas de desarrollo.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0328" y="4251960"/>
            <a:ext cx="3858768" cy="0"/>
          </a:xfrm>
          <a:prstGeom prst="line">
            <a:avLst/>
          </a:prstGeom>
          <a:noFill/>
          <a:ln w="6350">
            <a:solidFill>
              <a:srgbClr val="3D1A7A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910328" y="42702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Nuestra respuesta: ________________________________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E0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⏱  Tiempo total: 35 min. · Todas las pistas están en los slides de la clase</a:t>
            </a:r>
            <a:r>
              <a:rPr lang="en-US" sz="1000">
                <a:solidFill>
                  <a:srgbClr val="C4B5FD"/>
                </a:solidFill>
              </a:rPr>
              <a:t>.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</Words>
  <Application>Microsoft Office PowerPoint</Application>
  <PresentationFormat>Presentación en pantalla (16:9)</PresentationFormat>
  <Paragraphs>66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2026-03-24T22:13:27Z</dcterms:created>
  <dcterms:modified xsi:type="dcterms:W3CDTF">2026-03-24T22:26:02Z</dcterms:modified>
</cp:coreProperties>
</file>