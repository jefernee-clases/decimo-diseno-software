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26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00B4A6">
              <a:alpha val="18000"/>
            </a:srgbClr>
          </a:solidFill>
          <a:ln w="12700">
            <a:solidFill>
              <a:srgbClr val="00B4A6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0B4A6">
              <a:alpha val="15000"/>
            </a:srgbClr>
          </a:solidFill>
          <a:ln w="12700">
            <a:solidFill>
              <a:srgbClr val="00B4A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A6"/>
                </a:solidFill>
              </a:rPr>
              <a:t>DESARROLLO BASADO EN COMPONENTES  ·  DUODÉCIMO AÑO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73152" cy="13716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A6"/>
                </a:solidFill>
              </a:rPr>
              <a:t>PRÁCTICA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Identificar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Componentes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EFED"/>
                </a:solidFill>
              </a:rPr>
              <a:t>Sistema de Reservas de Laboratorio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2560320" cy="566928"/>
          </a:xfrm>
          <a:prstGeom prst="rect">
            <a:avLst/>
          </a:prstGeom>
          <a:solidFill>
            <a:srgbClr val="007A7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0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⏱ 30 minutos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4160520"/>
            <a:ext cx="2560320" cy="566928"/>
          </a:xfrm>
          <a:prstGeom prst="rect">
            <a:avLst/>
          </a:prstGeom>
          <a:solidFill>
            <a:srgbClr val="007A7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4160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👥 Individual + Grupo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4160520"/>
            <a:ext cx="2560320" cy="566928"/>
          </a:xfrm>
          <a:prstGeom prst="rect">
            <a:avLst/>
          </a:prstGeom>
          <a:solidFill>
            <a:srgbClr val="007A7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4160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📝 Hoja o cuaderno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A6"/>
                </a:solidFill>
              </a:rPr>
              <a:t>LA SITUACIÓN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1417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77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🏫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17320" y="7498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 contratan para desarrollar un Sistema de Reservas de Laboratorio para el colegio.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298448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EFED"/>
                </a:solidFill>
              </a:rPr>
              <a:t>El sistema debe permitir que estudiantes y docentes reserven los laboratorios de cómputo y ciencias, consulten horarios disponibles, y reciban confirmaciones automáticas.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22677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C"/>
                </a:solidFill>
              </a:rPr>
              <a:t>Antes de escribir una sola línea de código, debes identificar los componentes del sistema: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743200"/>
            <a:ext cx="73152" cy="9144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24712" y="285292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3C"/>
                </a:solidFill>
              </a:rPr>
              <a:t>¿Qué piezas de software necesita este sistema?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27448" y="274320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2743200"/>
            <a:ext cx="73152" cy="9144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274320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32120" y="285292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3C"/>
                </a:solidFill>
              </a:rPr>
              <a:t>¿Qué hace cada pieza por separado?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822192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822192"/>
            <a:ext cx="73152" cy="9144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22192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24712" y="39319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3C"/>
                </a:solidFill>
              </a:rPr>
              <a:t>¿Cómo se conectan unas con otras?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27448" y="3822192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3822192"/>
            <a:ext cx="73152" cy="9144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3822192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39319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3C"/>
                </a:solidFill>
              </a:rPr>
              <a:t>¿Qué tipo es cada una: interfaz, negocio, datos o servicio?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54864"/>
            <a:ext cx="384048" cy="38404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TAREA: Lista los componentes del sistema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6217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C"/>
                </a:solidFill>
              </a:rPr>
              <a:t>Identifica al menos 5 componentes. Para cada uno completa la tabla: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2286000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A6"/>
                </a:solidFill>
              </a:rPr>
              <a:t>Nombre del componente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1024128"/>
            <a:ext cx="3017520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0241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A6"/>
                </a:solidFill>
              </a:rPr>
              <a:t>¿Qué hace?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23560" y="1024128"/>
            <a:ext cx="1371600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0241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A6"/>
                </a:solidFill>
              </a:rPr>
              <a:t>Tipo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95160" y="1024128"/>
            <a:ext cx="1810512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02412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A6"/>
                </a:solidFill>
              </a:rPr>
              <a:t>¿De qué depende?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435608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1435608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23560" y="1435608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interfaz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negocio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datos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servicio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95160" y="1435608"/>
            <a:ext cx="181051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435608"/>
            <a:ext cx="256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A6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093976"/>
            <a:ext cx="228600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2093976"/>
            <a:ext cx="301752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23560" y="2093976"/>
            <a:ext cx="137160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21214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interfaz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negocio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datos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servicio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95160" y="2093976"/>
            <a:ext cx="1810512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093976"/>
            <a:ext cx="256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A6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2752344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2752344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3560" y="2752344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77977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interfaz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negocio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datos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servicio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95160" y="2752344"/>
            <a:ext cx="181051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752344"/>
            <a:ext cx="256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A6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410712"/>
            <a:ext cx="228600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06040" y="3410712"/>
            <a:ext cx="301752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23560" y="3410712"/>
            <a:ext cx="137160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343814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interfaz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negocio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datos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servicio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95160" y="3410712"/>
            <a:ext cx="1810512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410712"/>
            <a:ext cx="256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A6"/>
                </a:solidFill>
              </a:rPr>
              <a:t>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4069080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06040" y="4069080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23560" y="4069080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409651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interfaz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negocio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datos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</a:rPr>
              <a:t>servicio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95160" y="4069080"/>
            <a:ext cx="181051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069080"/>
            <a:ext cx="256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A6"/>
                </a:solidFill>
              </a:rPr>
              <a:t>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CCEFED"/>
          </a:solidFill>
          <a:ln w="12700">
            <a:solidFill>
              <a:srgbClr val="CCEF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7A70"/>
                </a:solidFill>
              </a:rPr>
              <a:t>💡  Pista: piensa en las acciones principales del sistema — reservar, consultar, autenticarse, notificar, guardar datos.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54864"/>
            <a:ext cx="384048" cy="38404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TAREA: Define la interfaz del componente «Reserva»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621792"/>
            <a:ext cx="850392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El componente 'Reserva de Laboratorio' necesita publicar funciones claras para que otros componentes puedan usarlo. Escribe al menos 3 funciones de su interfaz.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4023360" cy="324612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98448"/>
            <a:ext cx="402336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984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📘  Ejemplo de otra interfaz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3749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47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🔹  crearUsuario(nombre, correo)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Registra un nuevo usuario en el sistema.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79192"/>
            <a:ext cx="3749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15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🔹  obtenerUsuario(id)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Devuelve los datos de un usuario por su ID.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3749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84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🔹  eliminarUsuario(id)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Borra un usuario del sistema.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298448"/>
            <a:ext cx="425196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298448"/>
            <a:ext cx="4251960" cy="4114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298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</a:rPr>
              <a:t>✏️  Tu turno — Componente: Reserva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810512"/>
            <a:ext cx="3977640" cy="566928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82880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BBCC"/>
                </a:solidFill>
              </a:rPr>
              <a:t>Función 1:  _________________________________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73168" y="212140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CCDD8"/>
                </a:solidFill>
              </a:rPr>
              <a:t>¿Qué hace?  ___________________________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2496312"/>
            <a:ext cx="3977640" cy="566928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51460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BBCC"/>
                </a:solidFill>
              </a:rPr>
              <a:t>Función 2:  _________________________________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73168" y="280720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CCDD8"/>
                </a:solidFill>
              </a:rPr>
              <a:t>¿Qué hace?  ___________________________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182112"/>
            <a:ext cx="3977640" cy="566928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20040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BBCC"/>
                </a:solidFill>
              </a:rPr>
              <a:t>Función 3:  _________________________________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73168" y="349300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CCDD8"/>
                </a:solidFill>
              </a:rPr>
              <a:t>¿Qué hace?  ___________________________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867912"/>
            <a:ext cx="3977640" cy="566928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88620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BBCC"/>
                </a:solidFill>
              </a:rPr>
              <a:t>Función 4:  _________________________________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3168" y="417880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CCDD8"/>
                </a:solidFill>
              </a:rPr>
              <a:t>¿Qué hace?  ___________________________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CCEFED"/>
          </a:solidFill>
          <a:ln w="12700">
            <a:solidFill>
              <a:srgbClr val="CCEF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7A70"/>
                </a:solidFill>
              </a:rPr>
              <a:t>💡  Recuerda: cada función de la interfaz describe QUÉ puede hacerse, no CÓMO funciona por dentro.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54864"/>
            <a:ext cx="384048" cy="38404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TAREA: Diagrama de conexiones entre componentes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C"/>
                </a:solidFill>
              </a:rPr>
              <a:t>¿Cuáles de tus componentes dependen de otros? Dibuja flechas entre ellos.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023360" cy="365760"/>
          </a:xfrm>
          <a:prstGeom prst="rect">
            <a:avLst/>
          </a:prstGeom>
          <a:solidFill>
            <a:srgbClr val="E8F4F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📘  Así se ve un diagrama de conexiones (ejemplo simplificado):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463040" cy="77724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8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Pantalla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de Reserva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1508760"/>
            <a:ext cx="1463040" cy="777240"/>
          </a:xfrm>
          <a:prstGeom prst="rect">
            <a:avLst/>
          </a:prstGeom>
          <a:solidFill>
            <a:srgbClr val="CCEFED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1508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A6"/>
                </a:solidFill>
              </a:rPr>
              <a:t>Componente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A6"/>
                </a:solidFill>
              </a:rPr>
              <a:t>Reserva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508760"/>
            <a:ext cx="1463040" cy="777240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508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Base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Datos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1892808"/>
            <a:ext cx="365760" cy="0"/>
          </a:xfrm>
          <a:prstGeom prst="line">
            <a:avLst/>
          </a:prstGeom>
          <a:noFill/>
          <a:ln w="25400">
            <a:solidFill>
              <a:srgbClr val="00B4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892808"/>
            <a:ext cx="0" cy="0"/>
          </a:xfrm>
          <a:prstGeom prst="line">
            <a:avLst/>
          </a:prstGeom>
          <a:noFill/>
          <a:ln w="254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01952" y="17190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A6"/>
                </a:solidFill>
              </a:rPr>
              <a:t>usa →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0128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A6"/>
                </a:solidFill>
              </a:rPr>
              <a:t>guarda →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10128" y="1892808"/>
            <a:ext cx="438912" cy="0"/>
          </a:xfrm>
          <a:prstGeom prst="line">
            <a:avLst/>
          </a:prstGeom>
          <a:noFill/>
          <a:ln w="25400">
            <a:solidFill>
              <a:srgbClr val="00B4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487168"/>
            <a:ext cx="85039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✏️  Dibuja aquí tu diagrama (o hazlo en papel y pega una foto):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" y="3538728"/>
            <a:ext cx="822960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4014216"/>
            <a:ext cx="8229600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CCEFED"/>
          </a:solidFill>
          <a:ln w="12700">
            <a:solidFill>
              <a:srgbClr val="CCEF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7A70"/>
                </a:solidFill>
              </a:rPr>
              <a:t>💡  Una flecha A → B significa que A usa a B. Ejemplo: la pantalla de login usa el componente de autenticación.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461</Words>
  <Application>Microsoft Office PowerPoint</Application>
  <PresentationFormat>Presentación en pantalla (16:9)</PresentationFormat>
  <Paragraphs>93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antoyefruizg04@gmail.com</cp:lastModifiedBy>
  <cp:revision>2</cp:revision>
  <dcterms:created xsi:type="dcterms:W3CDTF">2026-03-24T22:13:26Z</dcterms:created>
  <dcterms:modified xsi:type="dcterms:W3CDTF">2026-03-24T22:20:22Z</dcterms:modified>
</cp:coreProperties>
</file>